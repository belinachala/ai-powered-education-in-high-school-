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Faraday’s Laws of Electromagnetic Induction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Based on Question 1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Faraday’s law explains how a time-varying magnetic field induces an electromotive force (EMF).</a:t>
            </a:r>
          </a:p>
          <a:p>
            <a:r>
              <a:t>Covers: Statement, Integral Form, Point Form, and Mathematical Derivation.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Faraday’s Law –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induced EMF in a closed circuit equals the negative rate of change of magnetic flux through the circuit.</a:t>
            </a:r>
          </a:p>
          <a:p>
            <a:r>
              <a:t>EMF = - dΦ/dt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Integral Form of Faraday’s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∮E · dl = - d/dt ∫ B · ds</a:t>
            </a:r>
          </a:p>
          <a:p>
            <a:r>
              <a:t>Shows that a time-varying magnetic field induces a circulating electric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 (Differential)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∇ × E = - ∂B/∂t</a:t>
            </a:r>
          </a:p>
          <a:p>
            <a:r>
              <a:t>Derived using Stokes’ theorem.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Start: ∮E · dl = - d/dt ∫ B · ds</a:t>
            </a:r>
          </a:p>
          <a:p>
            <a:r>
              <a:t>Apply Stokes’ theorem: ∫ (∇ × E) · ds = - ∫ ∂B/∂t · ds</a:t>
            </a:r>
          </a:p>
          <a:p>
            <a:r>
              <a:t>Therefore: ∇ × E = - ∂B/∂t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Circular loop of radius r in magnetic field B(t).</a:t>
            </a:r>
          </a:p>
          <a:p>
            <a:r>
              <a:t>Flux: Φ = BA</a:t>
            </a:r>
          </a:p>
          <a:p>
            <a:r>
              <a:t>EMF: -dΦ/dt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Final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Induced EMF = - πr² dB/dt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